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4"/>
  </p:sldIdLst>
  <p:sldSz cx="9906000" cy="6858000" type="A4"/>
  <p:notesSz cx="6858000" cy="9144000"/>
  <p:embeddedFontLst>
    <p:embeddedFont>
      <p:font typeface="Algerian" panose="04020705040A02060702" pitchFamily="82" charset="0"/>
      <p:regular r:id="rId6"/>
    </p:embeddedFont>
    <p:embeddedFont>
      <p:font typeface="Calibri (MS)" panose="020B0604020202020204" charset="0"/>
      <p:regular r:id="rId7"/>
    </p:embeddedFont>
    <p:embeddedFont>
      <p:font typeface="Calibri (MS) Bold" panose="020B0604020202020204" charset="0"/>
      <p:regular r:id="rId8"/>
    </p:embeddedFont>
    <p:embeddedFont>
      <p:font typeface="Monotype Corsiva" panose="03010101010201010101" pitchFamily="66" charset="0"/>
      <p:regular r:id="rId9"/>
      <p:italic r:id="rId10"/>
    </p:embeddedFont>
    <p:embeddedFont>
      <p:font typeface="Monotype Corsiva Bold" panose="020B0604020202020204" charset="0"/>
      <p:regular r:id="rId11"/>
    </p:embeddedFont>
    <p:embeddedFont>
      <p:font typeface="Monotype Corsiva Bold Italic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60" autoAdjust="0"/>
    <p:restoredTop sz="94622" autoAdjust="0"/>
  </p:normalViewPr>
  <p:slideViewPr>
    <p:cSldViewPr>
      <p:cViewPr>
        <p:scale>
          <a:sx n="75" d="100"/>
          <a:sy n="75" d="100"/>
        </p:scale>
        <p:origin x="1632" y="2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font" Target="fonts/font6.fntdata"/><Relationship Id="rId12" Type="http://schemas.openxmlformats.org/officeDocument/2006/relationships/font" Target="fonts/font7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710508" y="3455098"/>
            <a:ext cx="8484984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participated in the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 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 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1399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24407A-E30F-8A50-E2C2-FD62C5589EAC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4" name="Group 4"/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{{Participant Name}}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{{Institution / University Name}}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660000" y="3481958"/>
            <a:ext cx="858600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delivered an oral presentation, entitled “</a:t>
            </a:r>
            <a:r>
              <a:rPr lang="en-US" sz="1399" b="1" dirty="0">
                <a:solidFill>
                  <a:srgbClr val="1800AD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Title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”, at the 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the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 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800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B3EF2B3A-0B18-538E-B1F9-94BB3EDEB39B}"/>
              </a:ext>
            </a:extLst>
          </p:cNvPr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93AD7943-F8D7-E11D-E549-F589BEE8FAC3}"/>
              </a:ext>
            </a:extLst>
          </p:cNvPr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{{Participant Name}}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D2997922-2824-A6EC-42E5-DC21C8FF458E}"/>
              </a:ext>
            </a:extLst>
          </p:cNvPr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{{Institution / University Name}}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E4ED6D-7010-B397-0A21-FBB6F84FD03C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04C60B09-1106-CD8C-6542-827067975303}"/>
                </a:ext>
              </a:extLst>
            </p:cNvPr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0C7459C8-3CA1-3E20-3674-F2A6AB4EB9F7}"/>
                  </a:ext>
                </a:extLst>
              </p:cNvPr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23F7694E-9111-6F13-1523-E21446C5954A}"/>
                </a:ext>
              </a:extLst>
            </p:cNvPr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4" name="Group 7">
              <a:extLst>
                <a:ext uri="{FF2B5EF4-FFF2-40B4-BE49-F238E27FC236}">
                  <a16:creationId xmlns:a16="http://schemas.microsoft.com/office/drawing/2014/main" id="{FB99C490-5B03-4A65-6C91-8869A58E6582}"/>
                </a:ext>
              </a:extLst>
            </p:cNvPr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C4E2D919-9C36-2286-4FF6-835E603D2789}"/>
                  </a:ext>
                </a:extLst>
              </p:cNvPr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6F5FD4C5-F794-F92C-C24A-334721C6E1F3}"/>
                </a:ext>
              </a:extLst>
            </p:cNvPr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D94D909D-A074-73DB-EF61-5394A408BEA6}"/>
                </a:ext>
              </a:extLst>
            </p:cNvPr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639F0762-5568-49D6-903A-8340B5DF034D}"/>
                  </a:ext>
                </a:extLst>
              </p:cNvPr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D51B548F-8B05-6811-1D81-E43AFDD422B6}"/>
                </a:ext>
              </a:extLst>
            </p:cNvPr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31" name="Freeform 3">
            <a:extLst>
              <a:ext uri="{FF2B5EF4-FFF2-40B4-BE49-F238E27FC236}">
                <a16:creationId xmlns:a16="http://schemas.microsoft.com/office/drawing/2014/main" id="{6CE0AA7A-3602-DA40-7D79-FECB5FF4BF36}"/>
              </a:ext>
            </a:extLst>
          </p:cNvPr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07F7E4CB-418B-6946-75F2-A566C2CCBD8A}"/>
              </a:ext>
            </a:extLst>
          </p:cNvPr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710400" y="3481958"/>
            <a:ext cx="848520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presented a poster, entitled “</a:t>
            </a:r>
            <a:r>
              <a:rPr lang="en-US" sz="1399" b="1" dirty="0">
                <a:solidFill>
                  <a:srgbClr val="1800AD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Environmentally Benign Co-Precipitately Synthesized Manganese Nanoparticles Exhibiting Ros-Induced Antibacterial Efficacy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”, at the 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the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 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1399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56A71DBD-B51A-8812-E6DA-21C70AAC73F2}"/>
              </a:ext>
            </a:extLst>
          </p:cNvPr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7B5BA416-4697-F1C0-A85E-A1C9D1C126B0}"/>
              </a:ext>
            </a:extLst>
          </p:cNvPr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Arghyadeep Sen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160B76DF-CFC1-35CD-5A0D-61ED988DE5E8}"/>
              </a:ext>
            </a:extLst>
          </p:cNvPr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Jadavpur University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DC9A529-2D21-3C94-11C8-69C506B57F5A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96A62935-FDDB-4600-90A3-0A44A67B12AD}"/>
                </a:ext>
              </a:extLst>
            </p:cNvPr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7241C459-7FA7-E591-8C37-9B79DE4BA497}"/>
                  </a:ext>
                </a:extLst>
              </p:cNvPr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FD46E11C-D27B-0E17-EA80-1F7989AF9558}"/>
                </a:ext>
              </a:extLst>
            </p:cNvPr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4" name="Group 7">
              <a:extLst>
                <a:ext uri="{FF2B5EF4-FFF2-40B4-BE49-F238E27FC236}">
                  <a16:creationId xmlns:a16="http://schemas.microsoft.com/office/drawing/2014/main" id="{1D931DF4-77D5-386D-49B4-404127B90F70}"/>
                </a:ext>
              </a:extLst>
            </p:cNvPr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3945DE66-E45A-532D-21AF-078D5A499A2A}"/>
                  </a:ext>
                </a:extLst>
              </p:cNvPr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DCC5308C-0521-7189-EF53-4C8FCFB88FE0}"/>
                </a:ext>
              </a:extLst>
            </p:cNvPr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693F948A-9845-0ECD-143F-B81954E717AE}"/>
                </a:ext>
              </a:extLst>
            </p:cNvPr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34FBB26B-EE60-F521-3A5C-6999D80285C5}"/>
                  </a:ext>
                </a:extLst>
              </p:cNvPr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CE5FA21E-3517-8287-4886-FD1E40440510}"/>
                </a:ext>
              </a:extLst>
            </p:cNvPr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31" name="Freeform 3">
            <a:extLst>
              <a:ext uri="{FF2B5EF4-FFF2-40B4-BE49-F238E27FC236}">
                <a16:creationId xmlns:a16="http://schemas.microsoft.com/office/drawing/2014/main" id="{6410B669-7937-D3E9-AC54-E5626D786685}"/>
              </a:ext>
            </a:extLst>
          </p:cNvPr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FF72EB82-CCDE-A886-9BE0-BBB57B9AD033}"/>
              </a:ext>
            </a:extLst>
          </p:cNvPr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5" name="TextBox 15"/>
          <p:cNvSpPr txBox="1"/>
          <p:nvPr/>
        </p:nvSpPr>
        <p:spPr>
          <a:xfrm>
            <a:off x="660000" y="3481958"/>
            <a:ext cx="8586000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demonstrated a scientific model, entitled “</a:t>
            </a:r>
            <a:r>
              <a:rPr lang="en-US" sz="1399" b="1" dirty="0">
                <a:solidFill>
                  <a:srgbClr val="1800AD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Title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”, at the 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the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 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1399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FF8AE015-758A-4A9E-D724-0BEE812D462C}"/>
              </a:ext>
            </a:extLst>
          </p:cNvPr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A0F40349-91AD-FFC9-8923-9DC1D326CC39}"/>
              </a:ext>
            </a:extLst>
          </p:cNvPr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{{Participant Name}}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DAFB6734-EC86-2810-1554-9495F69B02AE}"/>
              </a:ext>
            </a:extLst>
          </p:cNvPr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{{Institution / University Name}}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D427F5D-A92E-7E74-87A9-BA03F45EFBD8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0A8463F2-1C18-5E0C-370D-6F137AC9780E}"/>
                </a:ext>
              </a:extLst>
            </p:cNvPr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AAFE6988-2910-322B-6DFF-1146294DEAD2}"/>
                  </a:ext>
                </a:extLst>
              </p:cNvPr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C0D6A648-2049-C253-2412-782F8ADB94F7}"/>
                </a:ext>
              </a:extLst>
            </p:cNvPr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4" name="Group 7">
              <a:extLst>
                <a:ext uri="{FF2B5EF4-FFF2-40B4-BE49-F238E27FC236}">
                  <a16:creationId xmlns:a16="http://schemas.microsoft.com/office/drawing/2014/main" id="{96652852-A1F7-A16C-D197-37634A795405}"/>
                </a:ext>
              </a:extLst>
            </p:cNvPr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DEA5153E-E628-7AD8-E78E-DEB9CFEEB5EF}"/>
                  </a:ext>
                </a:extLst>
              </p:cNvPr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4445E0AD-28A0-9651-AAB7-6DC57B51541B}"/>
                </a:ext>
              </a:extLst>
            </p:cNvPr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1460C3F8-B2E8-AED8-D19F-EF310B2FE75A}"/>
                </a:ext>
              </a:extLst>
            </p:cNvPr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8F25FBE3-CBF0-C897-4518-8F7C936584C6}"/>
                  </a:ext>
                </a:extLst>
              </p:cNvPr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C1D791C0-91C9-D33B-6977-A68D248ACAC2}"/>
                </a:ext>
              </a:extLst>
            </p:cNvPr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31" name="Freeform 3">
            <a:extLst>
              <a:ext uri="{FF2B5EF4-FFF2-40B4-BE49-F238E27FC236}">
                <a16:creationId xmlns:a16="http://schemas.microsoft.com/office/drawing/2014/main" id="{E53005B8-3030-0106-4F1E-686D5E02564D}"/>
              </a:ext>
            </a:extLst>
          </p:cNvPr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517A72EA-666D-3995-7E4E-BEDE14B69722}"/>
              </a:ext>
            </a:extLst>
          </p:cNvPr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454</Words>
  <Application>Microsoft Office PowerPoint</Application>
  <PresentationFormat>A4 Paper (210x297 mm)</PresentationFormat>
  <Paragraphs>72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Monotype Corsiva Bold Italics</vt:lpstr>
      <vt:lpstr>Calibri</vt:lpstr>
      <vt:lpstr>Arial</vt:lpstr>
      <vt:lpstr>Algerian</vt:lpstr>
      <vt:lpstr>Monotype Corsiva Bold</vt:lpstr>
      <vt:lpstr>Calibri (MS)</vt:lpstr>
      <vt:lpstr>Monotype Corsiva</vt:lpstr>
      <vt:lpstr>Calibri (MS) 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 (1).pptx</dc:title>
  <dc:creator>Chinmoy Sarkar</dc:creator>
  <cp:lastModifiedBy>Chinmoy Sarkar</cp:lastModifiedBy>
  <cp:revision>10</cp:revision>
  <dcterms:created xsi:type="dcterms:W3CDTF">2006-08-16T00:00:00Z</dcterms:created>
  <dcterms:modified xsi:type="dcterms:W3CDTF">2026-03-16T21:04:06Z</dcterms:modified>
  <dc:identifier>DAHD9fKcTBc</dc:identifier>
</cp:coreProperties>
</file>