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4"/>
  </p:sldIdLst>
  <p:sldSz cx="9906000" cy="6858000" type="A4"/>
  <p:notesSz cx="6858000" cy="9144000"/>
  <p:embeddedFontLst>
    <p:embeddedFont>
      <p:font typeface="Algerian" panose="04020705040A02060702" pitchFamily="82" charset="0"/>
      <p:regular r:id="rId6"/>
    </p:embeddedFon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Monotype Corsiva" panose="03010101010201010101" pitchFamily="66" charset="0"/>
      <p:regular r:id="rId9"/>
      <p:italic r:id="rId10"/>
    </p:embeddedFont>
    <p:embeddedFont>
      <p:font typeface="Monotype Corsiva Bold" panose="020B0604020202020204" charset="0"/>
      <p:regular r:id="rId11"/>
    </p:embeddedFont>
    <p:embeddedFont>
      <p:font typeface="Monotype Corsiva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0" autoAdjust="0"/>
    <p:restoredTop sz="94622" autoAdjust="0"/>
  </p:normalViewPr>
  <p:slideViewPr>
    <p:cSldViewPr>
      <p:cViewPr>
        <p:scale>
          <a:sx n="75" d="100"/>
          <a:sy n="75" d="100"/>
        </p:scale>
        <p:origin x="163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10508" y="3455098"/>
            <a:ext cx="848498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participated in the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 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4407A-E30F-8A50-E2C2-FD62C5589EA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4" name="Group 4"/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delivered an oral presentation,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800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3EF2B3A-0B18-538E-B1F9-94BB3EDEB39B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3AD7943-F8D7-E11D-E549-F589BEE8FAC3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2997922-2824-A6EC-42E5-DC21C8FF458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E4ED6D-7010-B397-0A21-FBB6F84FD03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4C60B09-1106-CD8C-6542-827067975303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0C7459C8-3CA1-3E20-3674-F2A6AB4EB9F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3F7694E-9111-6F13-1523-E21446C5954A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FB99C490-5B03-4A65-6C91-8869A58E6582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C4E2D919-9C36-2286-4FF6-835E603D2789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F5FD4C5-F794-F92C-C24A-334721C6E1F3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D94D909D-A074-73DB-EF61-5394A408BEA6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39F0762-5568-49D6-903A-8340B5DF034D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D51B548F-8B05-6811-1D81-E43AFDD422B6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CE0AA7A-3602-DA40-7D79-FECB5FF4BF36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7F7E4CB-418B-6946-75F2-A566C2CCBD8A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0400" y="3481958"/>
            <a:ext cx="84852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presented a poster,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Superdense Coding Protocol in Maximally and Non-Maximally Entangled Bell State: an Experimental Realisation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6A71DBD-B51A-8812-E6DA-21C70AAC73F2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7B5BA416-4697-F1C0-A85E-A1C9D1C126B0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Arpan Purkait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60B76DF-CFC1-35CD-5A0D-61ED988DE5E8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Jadavpur University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A529-2D21-3C94-11C8-69C506B57F5A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96A62935-FDDB-4600-90A3-0A44A67B12AD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241C459-7FA7-E591-8C37-9B79DE4BA49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FD46E11C-D27B-0E17-EA80-1F7989AF9558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1D931DF4-77D5-386D-49B4-404127B90F70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945DE66-E45A-532D-21AF-078D5A499A2A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DCC5308C-0521-7189-EF53-4C8FCFB88FE0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693F948A-9845-0ECD-143F-B81954E717AE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34FBB26B-EE60-F521-3A5C-6999D80285C5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E5FA21E-3517-8287-4886-FD1E40440510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410B669-7937-D3E9-AC54-E5626D786685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F72EB82-CCDE-A886-9BE0-BBB57B9AD033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demonstrated a scientific model,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 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8AE015-758A-4A9E-D724-0BEE812D462C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A0F40349-91AD-FFC9-8923-9DC1D326CC39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AFB6734-EC86-2810-1554-9495F69B02A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27F5D-A92E-7E74-87A9-BA03F45EFBD8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A8463F2-1C18-5E0C-370D-6F137AC9780E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AAFE6988-2910-322B-6DFF-1146294DEAD2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0D6A648-2049-C253-2412-782F8ADB94F7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96652852-A1F7-A16C-D197-37634A795405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EA5153E-E628-7AD8-E78E-DEB9CFEEB5EF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4445E0AD-28A0-9651-AAB7-6DC57B51541B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1460C3F8-B2E8-AED8-D19F-EF310B2FE75A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8F25FBE3-CBF0-C897-4518-8F7C936584C6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1D791C0-91C9-D33B-6977-A68D248ACAC2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E53005B8-3030-0106-4F1E-686D5E02564D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517A72EA-666D-3995-7E4E-BEDE14B69722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Monotype Corsiva Bold Italics</vt:lpstr>
      <vt:lpstr>Calibri</vt:lpstr>
      <vt:lpstr>Arial</vt:lpstr>
      <vt:lpstr>Algerian</vt:lpstr>
      <vt:lpstr>Monotype Corsiva Bold</vt:lpstr>
      <vt:lpstr>Calibri (MS)</vt:lpstr>
      <vt:lpstr>Monotype Corsiva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(1).pptx</dc:title>
  <dc:creator>Chinmoy Sarkar</dc:creator>
  <cp:lastModifiedBy>Chinmoy Sarkar</cp:lastModifiedBy>
  <cp:revision>10</cp:revision>
  <dcterms:created xsi:type="dcterms:W3CDTF">2006-08-16T00:00:00Z</dcterms:created>
  <dcterms:modified xsi:type="dcterms:W3CDTF">2026-03-16T21:04:06Z</dcterms:modified>
  <dc:identifier>DAHD9fKcTBc</dc:identifier>
</cp:coreProperties>
</file>