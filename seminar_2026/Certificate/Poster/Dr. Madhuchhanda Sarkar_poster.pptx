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Thermal Properties Of Fatty Acid Nanoclay Composite Phase Change Materials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Dr. Madhuchhanda Sarkar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Jadavpur University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