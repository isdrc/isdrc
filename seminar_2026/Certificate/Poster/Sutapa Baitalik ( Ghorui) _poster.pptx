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Understanding The Fibrillation/Defibrillation of Aβ₁₋₄₀ Peptide Adsorbed In Bilayer Langmuir-Blodgett Film Matrix of Lipids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Sutapa Baitalik ( Ghorui) 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Jadavpur University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